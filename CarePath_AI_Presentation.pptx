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napToGrid="0" snapToObjects="1">
      <p:cViewPr varScale="1">
        <p:scale>
          <a:sx n="50" d="100"/>
          <a:sy n="50" d="100"/>
        </p:scale>
        <p:origin x="-1378" y="-7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5BCAD085-E8A6-8845-BD4E-CB4CCA059FC4}" type="datetimeFigureOut">
              <a:rPr lang="en-US" smtClean="0"/>
              <a:pPr/>
              <a:t>6/24/2026</a:t>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C1FF6DA9-008F-8B48-92A6-B652298478BF}" type="slidenum">
              <a:rPr lang="en-US" smtClean="0"/>
              <a:pPr/>
              <a:t>‹#›</a:t>
            </a:fld>
            <a:endParaRPr lang="en-US"/>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pPr/>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361688" y="1026372"/>
            <a:ext cx="457200" cy="441325"/>
          </a:xfrm>
        </p:spPr>
        <p:txBody>
          <a:bodyPr/>
          <a:lstStyle/>
          <a:p>
            <a:fld id="{C1FF6DA9-008F-8B48-92A6-B652298478BF}" type="slidenum">
              <a:rPr lang="en-US" smtClean="0"/>
              <a:pPr/>
              <a:t>‹#›</a:t>
            </a:fld>
            <a:endParaRPr lang="en-US"/>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6/24/2026</a:t>
            </a:fld>
            <a:endParaRPr lang="en-US"/>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C1FF6DA9-008F-8B48-92A6-B652298478BF}" type="slidenum">
              <a:rPr lang="en-US" smtClean="0"/>
              <a:pPr/>
              <a:t>‹#›</a:t>
            </a:fld>
            <a:endParaRPr lang="en-US"/>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5791200" y="6409944"/>
            <a:ext cx="3044952" cy="365760"/>
          </a:xfrm>
        </p:spPr>
        <p:txBody>
          <a:bodyPr/>
          <a:lstStyle/>
          <a:p>
            <a:fld id="{5BCAD085-E8A6-8845-BD4E-CB4CCA059FC4}" type="datetimeFigureOut">
              <a:rPr lang="en-US" smtClean="0"/>
              <a:pPr/>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5BCAD085-E8A6-8845-BD4E-CB4CCA059FC4}" type="datetimeFigureOut">
              <a:rPr lang="en-US" smtClean="0"/>
              <a:pPr/>
              <a:t>6/24/2026</a:t>
            </a:fld>
            <a:endParaRPr lang="en-US"/>
          </a:p>
        </p:txBody>
      </p:sp>
      <p:sp>
        <p:nvSpPr>
          <p:cNvPr id="8" name="Footer Placeholder 7"/>
          <p:cNvSpPr>
            <a:spLocks noGrp="1"/>
          </p:cNvSpPr>
          <p:nvPr>
            <p:ph type="ftr" sz="quarter" idx="11"/>
          </p:nvPr>
        </p:nvSpPr>
        <p:spPr>
          <a:xfrm>
            <a:off x="304800" y="6409944"/>
            <a:ext cx="3581400" cy="365760"/>
          </a:xfrm>
        </p:spPr>
        <p:txBody>
          <a:bodyPr/>
          <a:lstStyle/>
          <a:p>
            <a:endParaRPr lang="en-US"/>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fld id="{C1FF6DA9-008F-8B48-92A6-B652298478BF}" type="slidenum">
              <a:rPr lang="en-US" smtClean="0"/>
              <a:pPr/>
              <a:t>‹#›</a:t>
            </a:fld>
            <a:endParaRPr lang="en-US"/>
          </a:p>
        </p:txBody>
      </p:sp>
      <p:sp>
        <p:nvSpPr>
          <p:cNvPr id="23" name="Title 22"/>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5BCAD085-E8A6-8845-BD4E-CB4CCA059FC4}" type="datetimeFigureOut">
              <a:rPr lang="en-US" smtClean="0"/>
              <a:pPr/>
              <a:t>6/24/2026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4343400" y="1036020"/>
            <a:ext cx="457200" cy="441325"/>
          </a:xfrm>
        </p:spPr>
        <p:txBody>
          <a:bodyPr/>
          <a:lstStyle/>
          <a:p>
            <a:fld id="{C1FF6DA9-008F-8B48-92A6-B652298478B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5BCAD085-E8A6-8845-BD4E-CB4CCA059FC4}" type="datetimeFigureOut">
              <a:rPr lang="en-US" smtClean="0"/>
              <a:pPr/>
              <a:t>6/24/2026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fld id="{C1FF6DA9-008F-8B48-92A6-B652298478B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C1FF6DA9-008F-8B48-92A6-B652298478BF}" type="slidenum">
              <a:rPr lang="en-US" smtClean="0"/>
              <a:pPr/>
              <a:t>‹#›</a:t>
            </a:fld>
            <a:endParaRPr lang="en-US"/>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5BCAD085-E8A6-8845-BD4E-CB4CCA059FC4}" type="datetimeFigureOut">
              <a:rPr lang="en-US" smtClean="0"/>
              <a:pPr/>
              <a:t>6/24/2026</a:t>
            </a:fld>
            <a:endParaRPr lang="en-US"/>
          </a:p>
        </p:txBody>
      </p:sp>
      <p:sp>
        <p:nvSpPr>
          <p:cNvPr id="6" name="Footer Placeholder 5"/>
          <p:cNvSpPr>
            <a:spLocks noGrp="1"/>
          </p:cNvSpPr>
          <p:nvPr>
            <p:ph type="ftr" sz="quarter" idx="11"/>
          </p:nvPr>
        </p:nvSpPr>
        <p:spPr>
          <a:xfrm>
            <a:off x="301752" y="6410848"/>
            <a:ext cx="3383280"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p>
            <a:fld id="{C1FF6DA9-008F-8B48-92A6-B652298478BF}" type="slidenum">
              <a:rPr lang="en-US" smtClean="0"/>
              <a:pPr/>
              <a:t>‹#›</a:t>
            </a:fld>
            <a:endParaRPr lang="en-US"/>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6404984"/>
            <a:ext cx="3044952" cy="365760"/>
          </a:xfrm>
        </p:spPr>
        <p:txBody>
          <a:bodyPr/>
          <a:lstStyle/>
          <a:p>
            <a:fld id="{5BCAD085-E8A6-8845-BD4E-CB4CCA059FC4}" type="datetimeFigureOut">
              <a:rPr lang="en-US" smtClean="0"/>
              <a:pPr/>
              <a:t>6/24/2026</a:t>
            </a:fld>
            <a:endParaRPr lang="en-US"/>
          </a:p>
        </p:txBody>
      </p:sp>
      <p:sp>
        <p:nvSpPr>
          <p:cNvPr id="6" name="Footer Placeholder 5"/>
          <p:cNvSpPr>
            <a:spLocks noGrp="1"/>
          </p:cNvSpPr>
          <p:nvPr>
            <p:ph type="ftr" sz="quarter" idx="11"/>
          </p:nvPr>
        </p:nvSpPr>
        <p:spPr>
          <a:xfrm>
            <a:off x="301752" y="6410848"/>
            <a:ext cx="3584448" cy="365760"/>
          </a:xfrm>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pPr/>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3009901"/>
            <a:ext cx="457200" cy="441325"/>
          </a:xfrm>
        </p:spPr>
        <p:txBody>
          <a:bodyPr/>
          <a:lstStyle/>
          <a:p>
            <a:fld id="{C1FF6DA9-008F-8B48-92A6-B652298478BF}" type="slidenum">
              <a:rPr lang="en-US" smtClean="0"/>
              <a:pPr/>
              <a:t>‹#›</a:t>
            </a:fld>
            <a:endParaRPr lang="en-US"/>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pPr/>
              <a:t>6/24/2026</a:t>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7391400" y="304801"/>
            <a:ext cx="1447800" cy="5851525"/>
          </a:xfrm>
        </p:spPr>
        <p:txBody>
          <a:bodyPr vert="eaVert"/>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5BCAD085-E8A6-8845-BD4E-CB4CCA059FC4}" type="datetimeFigureOut">
              <a:rPr lang="en-US" smtClean="0"/>
              <a:pPr/>
              <a:t>6/24/2026</a:t>
            </a:fld>
            <a:endParaRPr lang="en-US"/>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C1FF6DA9-008F-8B48-92A6-B652298478BF}" type="slidenum">
              <a:rPr lang="en-US" smtClean="0"/>
              <a:pPr/>
              <a:t>‹#›</a:t>
            </a:fld>
            <a:endParaRPr lang="en-US"/>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t>Presented by: Kaman Das</a:t>
            </a:r>
          </a:p>
        </p:txBody>
      </p:sp>
      <p:sp>
        <p:nvSpPr>
          <p:cNvPr id="2" name="Title 1"/>
          <p:cNvSpPr>
            <a:spLocks noGrp="1"/>
          </p:cNvSpPr>
          <p:nvPr>
            <p:ph type="ctrTitle"/>
          </p:nvPr>
        </p:nvSpPr>
        <p:spPr/>
        <p:txBody>
          <a:bodyPr/>
          <a:lstStyle/>
          <a:p>
            <a:r>
              <a:t>CarePath AI</a:t>
            </a:r>
          </a:p>
          <a:p>
            <a:r>
              <a:t>Symptom-to-Care Navigator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Brief About the Solution</a:t>
            </a:r>
          </a:p>
        </p:txBody>
      </p:sp>
      <p:sp>
        <p:nvSpPr>
          <p:cNvPr id="3" name="Content Placeholder 2"/>
          <p:cNvSpPr>
            <a:spLocks noGrp="1"/>
          </p:cNvSpPr>
          <p:nvPr>
            <p:ph sz="quarter" idx="1"/>
          </p:nvPr>
        </p:nvSpPr>
        <p:spPr/>
        <p:txBody>
          <a:bodyPr/>
          <a:lstStyle/>
          <a:p>
            <a:r>
              <a:t>CarePath AI is an AI-powered healthcare assistant that helps users understand possible causes of symptoms, assess risk levels, receive healthcare recommendations, and access health education. It also supports voice input, multilingual interaction, health tracking, reminders, and nearby healthcare facility discovery.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Opportunities</a:t>
            </a:r>
          </a:p>
        </p:txBody>
      </p:sp>
      <p:sp>
        <p:nvSpPr>
          <p:cNvPr id="3" name="Content Placeholder 2"/>
          <p:cNvSpPr>
            <a:spLocks noGrp="1"/>
          </p:cNvSpPr>
          <p:nvPr>
            <p:ph sz="quarter" idx="1"/>
          </p:nvPr>
        </p:nvSpPr>
        <p:spPr/>
        <p:txBody>
          <a:bodyPr/>
          <a:lstStyle/>
          <a:p>
            <a:r>
              <a:t>a. Combines AI analysis, health tracking, voice input, and location-based healthcare guidance.</a:t>
            </a:r>
          </a:p>
          <a:p>
            <a:r>
              <a:t>b. Helps users make informed healthcare decisions quickly.</a:t>
            </a:r>
          </a:p>
          <a:p>
            <a:r>
              <a:t>c. USP: Multilingual support, symptom trend analysis, reminders, and nearby healthcare finder in one platform.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Features</a:t>
            </a:r>
          </a:p>
        </p:txBody>
      </p:sp>
      <p:sp>
        <p:nvSpPr>
          <p:cNvPr id="3" name="Content Placeholder 2"/>
          <p:cNvSpPr>
            <a:spLocks noGrp="1"/>
          </p:cNvSpPr>
          <p:nvPr>
            <p:ph sz="quarter" idx="1"/>
          </p:nvPr>
        </p:nvSpPr>
        <p:spPr/>
        <p:txBody>
          <a:bodyPr>
            <a:normAutofit lnSpcReduction="10000"/>
          </a:bodyPr>
          <a:lstStyle/>
          <a:p>
            <a:r>
              <a:t>• AI Symptom Analysis</a:t>
            </a:r>
          </a:p>
          <a:p>
            <a:r>
              <a:t>• Risk Classification</a:t>
            </a:r>
          </a:p>
          <a:p>
            <a:r>
              <a:t>• Health Education Insights</a:t>
            </a:r>
          </a:p>
          <a:p>
            <a:r>
              <a:t>• Emergency Warning Detection</a:t>
            </a:r>
          </a:p>
          <a:p>
            <a:r>
              <a:t>• Voice Symptom Input</a:t>
            </a:r>
          </a:p>
          <a:p>
            <a:r>
              <a:t>• Multi-language Support</a:t>
            </a:r>
          </a:p>
          <a:p>
            <a:r>
              <a:t>• User Authentication</a:t>
            </a:r>
          </a:p>
          <a:p>
            <a:r>
              <a:t>• Health Journey Tracker</a:t>
            </a:r>
          </a:p>
          <a:p>
            <a:r>
              <a:t>• Reminders</a:t>
            </a:r>
          </a:p>
          <a:p>
            <a:r>
              <a:t>• Nearby Healthcare Finder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Process Flow Diagram</a:t>
            </a:r>
          </a:p>
        </p:txBody>
      </p:sp>
      <p:sp>
        <p:nvSpPr>
          <p:cNvPr id="3" name="Content Placeholder 2"/>
          <p:cNvSpPr>
            <a:spLocks noGrp="1"/>
          </p:cNvSpPr>
          <p:nvPr>
            <p:ph sz="quarter" idx="1"/>
          </p:nvPr>
        </p:nvSpPr>
        <p:spPr/>
        <p:txBody>
          <a:bodyPr/>
          <a:lstStyle/>
          <a:p>
            <a:r>
              <a:t>User Input → AI Analysis (Gemini) → Risk Assessment → Recommendation → Health Education → Database Storage → Tracker &amp; Reminders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Wireframes / Mock Diagrams</a:t>
            </a:r>
          </a:p>
        </p:txBody>
      </p:sp>
      <p:sp>
        <p:nvSpPr>
          <p:cNvPr id="3" name="Content Placeholder 2"/>
          <p:cNvSpPr>
            <a:spLocks noGrp="1"/>
          </p:cNvSpPr>
          <p:nvPr>
            <p:ph sz="quarter" idx="1"/>
          </p:nvPr>
        </p:nvSpPr>
        <p:spPr/>
        <p:txBody>
          <a:bodyPr/>
          <a:lstStyle/>
          <a:p>
            <a:r>
              <a:t>Dashboard</a:t>
            </a:r>
          </a:p>
          <a:p>
            <a:r>
              <a:t>AI Assessment</a:t>
            </a:r>
          </a:p>
          <a:p>
            <a:r>
              <a:t>Journey Tracker</a:t>
            </a:r>
          </a:p>
          <a:p>
            <a:r>
              <a:t>Reminders</a:t>
            </a:r>
          </a:p>
          <a:p>
            <a:r>
              <a:t>Nearby Finder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Architecture Diagram</a:t>
            </a:r>
          </a:p>
        </p:txBody>
      </p:sp>
      <p:sp>
        <p:nvSpPr>
          <p:cNvPr id="3" name="Content Placeholder 2"/>
          <p:cNvSpPr>
            <a:spLocks noGrp="1"/>
          </p:cNvSpPr>
          <p:nvPr>
            <p:ph sz="quarter" idx="1"/>
          </p:nvPr>
        </p:nvSpPr>
        <p:spPr/>
        <p:txBody>
          <a:bodyPr/>
          <a:lstStyle/>
          <a:p>
            <a:r>
              <a:t>Frontend (HTML/CSS/JS) ↔ Flask Backend ↔ Gemini AI</a:t>
            </a:r>
          </a:p>
          <a:p>
            <a:r>
              <a:t>                          ↕</a:t>
            </a:r>
          </a:p>
          <a:p>
            <a:r>
              <a:t>                    Neon PostgreSQL</a:t>
            </a:r>
          </a:p>
          <a:p>
            <a:r>
              <a:t>                          ↕</a:t>
            </a:r>
          </a:p>
          <a:p>
            <a:r>
              <a:t>                 OpenStreetMap / Geolocation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Technologies Used</a:t>
            </a:r>
          </a:p>
        </p:txBody>
      </p:sp>
      <p:sp>
        <p:nvSpPr>
          <p:cNvPr id="3" name="Content Placeholder 2"/>
          <p:cNvSpPr>
            <a:spLocks noGrp="1"/>
          </p:cNvSpPr>
          <p:nvPr>
            <p:ph sz="quarter" idx="1"/>
          </p:nvPr>
        </p:nvSpPr>
        <p:spPr/>
        <p:txBody>
          <a:bodyPr/>
          <a:lstStyle/>
          <a:p>
            <a:r>
              <a:t>Frontend: HTML, Tailwind CSS, JavaScript</a:t>
            </a:r>
          </a:p>
          <a:p>
            <a:r>
              <a:t>Backend: Flask (Python)</a:t>
            </a:r>
          </a:p>
          <a:p>
            <a:r>
              <a:t>AI: Gemini 2.5 Flash</a:t>
            </a:r>
          </a:p>
          <a:p>
            <a:r>
              <a:t>Database: Neon PostgreSQL</a:t>
            </a:r>
          </a:p>
          <a:p>
            <a:r>
              <a:t>Maps: OpenStreetMap + Leaflet</a:t>
            </a:r>
          </a:p>
          <a:p>
            <a:r>
              <a:t>Speech: Web Speech API</a:t>
            </a:r>
          </a:p>
          <a:p>
            <a:r>
              <a:t>Deployment: Render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Snapshots of the MVP</a:t>
            </a:r>
          </a:p>
        </p:txBody>
      </p:sp>
      <p:sp>
        <p:nvSpPr>
          <p:cNvPr id="3" name="Content Placeholder 2"/>
          <p:cNvSpPr>
            <a:spLocks noGrp="1"/>
          </p:cNvSpPr>
          <p:nvPr>
            <p:ph sz="quarter" idx="1"/>
          </p:nvPr>
        </p:nvSpPr>
        <p:spPr/>
        <p:txBody>
          <a:bodyPr/>
          <a:lstStyle/>
          <a:p>
            <a:endParaRPr/>
          </a:p>
        </p:txBody>
      </p:sp>
      <p:pic>
        <p:nvPicPr>
          <p:cNvPr id="4" name="Picture 3" descr="Screenshot 2026-06-24 163709.png"/>
          <p:cNvPicPr>
            <a:picLocks noChangeAspect="1"/>
          </p:cNvPicPr>
          <p:nvPr/>
        </p:nvPicPr>
        <p:blipFill>
          <a:blip r:embed="rId2"/>
          <a:stretch>
            <a:fillRect/>
          </a:stretch>
        </p:blipFill>
        <p:spPr>
          <a:xfrm>
            <a:off x="182880" y="1097280"/>
            <a:ext cx="4114800" cy="1945841"/>
          </a:xfrm>
          <a:prstGeom prst="rect">
            <a:avLst/>
          </a:prstGeom>
        </p:spPr>
      </p:pic>
      <p:pic>
        <p:nvPicPr>
          <p:cNvPr id="5" name="Picture 4" descr="Screenshot 2026-06-24 164233.png"/>
          <p:cNvPicPr>
            <a:picLocks noChangeAspect="1"/>
          </p:cNvPicPr>
          <p:nvPr/>
        </p:nvPicPr>
        <p:blipFill>
          <a:blip r:embed="rId3"/>
          <a:stretch>
            <a:fillRect/>
          </a:stretch>
        </p:blipFill>
        <p:spPr>
          <a:xfrm>
            <a:off x="4572000" y="1097280"/>
            <a:ext cx="4114800" cy="1952277"/>
          </a:xfrm>
          <a:prstGeom prst="rect">
            <a:avLst/>
          </a:prstGeom>
        </p:spPr>
      </p:pic>
      <p:pic>
        <p:nvPicPr>
          <p:cNvPr id="6" name="Picture 5" descr="Screenshot 2026-06-24 164626.png"/>
          <p:cNvPicPr>
            <a:picLocks noChangeAspect="1"/>
          </p:cNvPicPr>
          <p:nvPr/>
        </p:nvPicPr>
        <p:blipFill>
          <a:blip r:embed="rId4"/>
          <a:stretch>
            <a:fillRect/>
          </a:stretch>
        </p:blipFill>
        <p:spPr>
          <a:xfrm>
            <a:off x="182880" y="3200400"/>
            <a:ext cx="4114800" cy="1945841"/>
          </a:xfrm>
          <a:prstGeom prst="rect">
            <a:avLst/>
          </a:prstGeom>
        </p:spPr>
      </p:pic>
      <p:pic>
        <p:nvPicPr>
          <p:cNvPr id="7" name="Picture 6" descr="Screenshot 2026-06-24 164708.png"/>
          <p:cNvPicPr>
            <a:picLocks noChangeAspect="1"/>
          </p:cNvPicPr>
          <p:nvPr/>
        </p:nvPicPr>
        <p:blipFill>
          <a:blip r:embed="rId5"/>
          <a:stretch>
            <a:fillRect/>
          </a:stretch>
        </p:blipFill>
        <p:spPr>
          <a:xfrm>
            <a:off x="4572000" y="3200400"/>
            <a:ext cx="4114800" cy="193511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 Development</a:t>
            </a:r>
          </a:p>
        </p:txBody>
      </p:sp>
      <p:sp>
        <p:nvSpPr>
          <p:cNvPr id="3" name="Content Placeholder 2"/>
          <p:cNvSpPr>
            <a:spLocks noGrp="1"/>
          </p:cNvSpPr>
          <p:nvPr>
            <p:ph sz="quarter" idx="1"/>
          </p:nvPr>
        </p:nvSpPr>
        <p:spPr/>
        <p:txBody>
          <a:bodyPr/>
          <a:lstStyle/>
          <a:p>
            <a:r>
              <a:t>• Real-time hospital database integration</a:t>
            </a:r>
          </a:p>
          <a:p>
            <a:r>
              <a:t>• Doctor appointment booking</a:t>
            </a:r>
          </a:p>
          <a:p>
            <a:r>
              <a:t>• Advanced AI health trend prediction</a:t>
            </a:r>
          </a:p>
          <a:p>
            <a:r>
              <a:t>• Mobile application</a:t>
            </a:r>
          </a:p>
          <a:p>
            <a:r>
              <a:t>• Wearable device integration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Repository &amp; Prototype Links</a:t>
            </a:r>
          </a:p>
        </p:txBody>
      </p:sp>
      <p:sp>
        <p:nvSpPr>
          <p:cNvPr id="3" name="Content Placeholder 2"/>
          <p:cNvSpPr>
            <a:spLocks noGrp="1"/>
          </p:cNvSpPr>
          <p:nvPr>
            <p:ph sz="quarter" idx="1"/>
          </p:nvPr>
        </p:nvSpPr>
        <p:spPr/>
        <p:txBody>
          <a:bodyPr/>
          <a:lstStyle/>
          <a:p>
            <a:r>
              <a:t>GitHub: https://github.com/kamandas-108/CarePath-AI/</a:t>
            </a:r>
          </a:p>
          <a:p>
            <a:r>
              <a:t>Live Prototype: https://carepath-ai-2.onrender.com/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Thank You</a:t>
            </a:r>
          </a:p>
        </p:txBody>
      </p:sp>
      <p:sp>
        <p:nvSpPr>
          <p:cNvPr id="3" name="Content Placeholder 2"/>
          <p:cNvSpPr>
            <a:spLocks noGrp="1"/>
          </p:cNvSpPr>
          <p:nvPr>
            <p:ph sz="quarter" idx="1"/>
          </p:nvPr>
        </p:nvSpPr>
        <p:spPr/>
        <p:txBody>
          <a:bodyPr/>
          <a:lstStyle/>
          <a:p>
            <a:r>
              <a:t>Thank You</a:t>
            </a:r>
          </a:p>
          <a:p>
            <a:r>
              <a:t>Questions &amp; Feedback</a:t>
            </a: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1</TotalTime>
  <Words>298</Words>
  <Application>Microsoft Macintosh PowerPoint</Application>
  <PresentationFormat>On-screen Show (4:3)</PresentationFormat>
  <Paragraphs>55</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Civic</vt:lpstr>
      <vt:lpstr>CarePath AI Symptom-to-Care Navigator</vt:lpstr>
      <vt:lpstr>Brief About the Solution</vt:lpstr>
      <vt:lpstr>Opportunities</vt:lpstr>
      <vt:lpstr>Features</vt:lpstr>
      <vt:lpstr>Process Flow Diagram</vt:lpstr>
      <vt:lpstr>Wireframes / Mock Diagrams</vt:lpstr>
      <vt:lpstr>Architecture Diagram</vt:lpstr>
      <vt:lpstr>Technologies Used</vt:lpstr>
      <vt:lpstr>Snapshots of the MVP</vt:lpstr>
      <vt:lpstr>Future Development</vt:lpstr>
      <vt:lpstr>Repository &amp; Prototype Links</vt:lpstr>
      <vt:lpstr>Thank You</vt:lpstr>
    </vt:vector>
  </TitlesOfParts>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CarePath AI Symptom-to-Care Navigator</dc:title>
  <dc:creator>Manas Das</dc:creator>
  <dc:description>generated using python-pptx</dc:description>
  <cp:lastModifiedBy>Manas Das</cp:lastModifiedBy>
  <cp:revision>2</cp:revision>
  <dcterms:created xsi:type="dcterms:W3CDTF">2013-01-27T09:14:16Z</dcterms:created>
  <dcterms:modified xsi:type="dcterms:W3CDTF">2026-06-24T15:11:20Z</dcterms:modified>
</cp:coreProperties>
</file>